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Logística IoT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58952" y="13258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FF7FF"/>
                </a:solidFill>
              </a:rPr>
              <a:t>Sistema distribuído para rastreamento inteligente de frotas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121408"/>
            <a:ext cx="768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IoT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205740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01952" y="2121408"/>
            <a:ext cx="9966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MQTT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2057400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2121408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205740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121408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MySQL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97880" y="205740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71032" y="2121408"/>
            <a:ext cx="768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JWT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680960" y="822960"/>
            <a:ext cx="3474720" cy="4297680"/>
          </a:xfrm>
          <a:prstGeom prst="roundRect">
            <a:avLst>
              <a:gd name="adj" fmla="val 3947"/>
            </a:avLst>
          </a:prstGeom>
          <a:solidFill>
            <a:srgbClr val="123B63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1143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Caminhão conectado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01000" y="18288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0F2FE"/>
                </a:solidFill>
              </a:rPr>
              <a:t>GPS + carga + combustível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0F2FE"/>
                </a:solidFill>
              </a:rPr>
              <a:t>Dados em tempo real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0F2FE"/>
                </a:solidFill>
              </a:rPr>
              <a:t>Alertas automáticos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366760" y="3337560"/>
            <a:ext cx="2103120" cy="0"/>
          </a:xfrm>
          <a:prstGeom prst="line">
            <a:avLst/>
          </a:prstGeom>
          <a:noFill/>
          <a:ln w="5080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909560" y="3703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E68A"/>
                </a:solidFill>
              </a:rPr>
              <a:t>MQTT -&gt; Microsserviços -&gt; MySQL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48640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Iago Neves Alves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RA 12524147860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Sistemas Distribuídos e Mobile - A3 2026/1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</a:rPr>
              <a:t>Problema e objetivo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</a:rPr>
              <a:t>Contexto real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1206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Transportadoras precisam acompanhar veículos em tempo real.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Cargas sensíveis podem ser perdidas por temperatura inadequada.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Excesso de velocidade e combustível baixo geram risco operacional.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</a:rPr>
              <a:t>Objetivo do projeto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691640"/>
            <a:ext cx="51206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Simular sensores IoT de frota.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Processar dados com arquitetura distribuída.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Armazenar telemetrias em MySQL.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Proteger APIs com JWT.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Gerar alertas automaticamente.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23560" y="3886200"/>
            <a:ext cx="914400" cy="502920"/>
          </a:xfrm>
          <a:prstGeom prst="chevron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4800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A4A"/>
                </a:solidFill>
              </a:rPr>
              <a:t>Monitoramento inteligente de frota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11247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Iago Neves Alves - RA 12524147860 | A3 Sistemas Distribuídos e Mobile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</a:rPr>
              <a:t>Arquitetura distribuída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/mnt/data/logistica_iot_full/diagrams/c4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1115568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5321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 arquitetura separa coleta, autenticação, processamento, alertas e persistência. Isso facilita manutenção, escala e segurança.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11247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Iago Neves Alves - RA 12524147860 | A3 Sistemas Distribuídos e Mobile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</a:rPr>
              <a:t>Microsserviços e responsabilidades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2423160" cy="34290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A4A"/>
                </a:solidFill>
              </a:rPr>
              <a:t>Auth Service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Login, criação de usuário e JWT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342900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</a:rPr>
              <a:t>Porta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7307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5000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520440" y="1325880"/>
            <a:ext cx="2423160" cy="34290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600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A4A"/>
                </a:solidFill>
              </a:rPr>
              <a:t>Tracking Service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03320" y="21488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MQTT subscriber, API REST e persistência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0" y="342900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</a:rPr>
              <a:t>Porta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0" y="37307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</a:rPr>
              <a:t>5001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00800" y="1325880"/>
            <a:ext cx="2423160" cy="34290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600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A4A"/>
                </a:solidFill>
              </a:rPr>
              <a:t>Alert Service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83680" y="21488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Consulta e resolução de alertas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342900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</a:rPr>
              <a:t>Porta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03720" y="37307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5002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281160" y="1325880"/>
            <a:ext cx="2423160" cy="34290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1600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A4A"/>
                </a:solidFill>
              </a:rPr>
              <a:t>Simulador GPS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464040" y="21488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Gera telemetrias em tempo real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84080" y="342900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</a:rPr>
              <a:t>Porta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84080" y="37307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</a:rPr>
              <a:t>-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31520" y="562356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Padrões usados: Factory Method para normalizar telemetrias e Observer para gerar alertas a partir de novos eventos.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11247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Iago Neves Alves - RA 12524147860 | A3 Sistemas Distribuídos e Mobile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</a:rPr>
              <a:t>Banco de dados MySQL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/mnt/data/logistica_iot_full/diagrams/uml_clas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0"/>
            <a:ext cx="557784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7512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A4A"/>
                </a:solidFill>
              </a:rPr>
              <a:t>Tabelas principais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675120" y="1691640"/>
            <a:ext cx="493776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usuarios: autenticação e perfil.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veiculos: placa, motorista e status.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telemetrias: GPS, velocidade, temperatura e combustível.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alertas: eventos críticos detectados automaticamente.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675120" y="41605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Índices por veículo e data melhoram consultas recentes, essenciais para painéis de monitoramento em tempo real.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11247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Iago Neves Alves - RA 12524147860 | A3 Sistemas Distribuídos e Mobile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</a:rPr>
              <a:t>Segurança distribuída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80160"/>
            <a:ext cx="2926080" cy="3977640"/>
          </a:xfrm>
          <a:prstGeom prst="roundRect">
            <a:avLst>
              <a:gd name="adj" fmla="val 5625"/>
            </a:avLst>
          </a:prstGeom>
          <a:solidFill>
            <a:srgbClr val="EFF6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</a:rPr>
              <a:t>JWT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51560" y="2331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Token assinado protege endpoints de telemetria e alertas.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17720" y="1280160"/>
            <a:ext cx="2926080" cy="3977640"/>
          </a:xfrm>
          <a:prstGeom prst="roundRect">
            <a:avLst>
              <a:gd name="adj" fmla="val 5625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bcrypt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937760" y="2331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Senha armazenada como hash, evitando exposição direta.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58200" y="1280160"/>
            <a:ext cx="2926080" cy="3977640"/>
          </a:xfrm>
          <a:prstGeom prst="roundRect">
            <a:avLst>
              <a:gd name="adj" fmla="val 5625"/>
            </a:avLst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1691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9E0B"/>
                </a:solidFill>
              </a:rPr>
              <a:t>HTTPS/TLS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732520" y="2331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Recomendado no deploy para criptografar tráfego público.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47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Iago Neves Alves - RA 12524147860 | A3 Sistemas Distribuídos e Mobile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</a:rPr>
              <a:t>Desempenho e paralelismo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Teste proposto: requisições simultâneas para medir latência, throughput e speedup.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5840" y="1828800"/>
            <a:ext cx="1581912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38528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87752" y="1828800"/>
            <a:ext cx="1581912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87752" y="1938528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Tempo total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69664" y="1828800"/>
            <a:ext cx="1581912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9664" y="1938528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Speedup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2267712"/>
            <a:ext cx="158191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377440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87752" y="2267712"/>
            <a:ext cx="158191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7752" y="2377440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10,0 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69664" y="2267712"/>
            <a:ext cx="158191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9664" y="2377440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1,00x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2706624"/>
            <a:ext cx="158191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816352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87752" y="2706624"/>
            <a:ext cx="158191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87752" y="2816352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5,8 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69664" y="2706624"/>
            <a:ext cx="158191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9664" y="2816352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1,72x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05840" y="3145536"/>
            <a:ext cx="158191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255264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87752" y="3145536"/>
            <a:ext cx="158191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87752" y="3255264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3,1 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69664" y="3145536"/>
            <a:ext cx="158191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69664" y="3255264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3,22x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05840" y="3584448"/>
            <a:ext cx="158191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3694176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8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587752" y="3584448"/>
            <a:ext cx="158191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87752" y="3694176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2,6 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69664" y="3584448"/>
            <a:ext cx="158191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9664" y="3694176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3,84x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29400" y="4251960"/>
            <a:ext cx="4114800" cy="-2148840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400800" y="17373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2A4A"/>
                </a:solidFill>
              </a:rPr>
              <a:t>Speedup cresce com threads, mas não é linear por overhead de rede, banco e sincronização.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11247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Iago Neves Alves - RA 12524147860 | A3 Sistemas Distribuídos e Mobile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</a:rPr>
              <a:t>Demonstração esperada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25880"/>
            <a:ext cx="5669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Subir MySQL e MQTT com Docker Compose.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Rodar Auth Service, Tracking Service e Alert Service.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Executar simulador GPS publicando no tópico frota/telemetria.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Fazer login e usar JWT para consultar telemetrias/alertas.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Executar script de desempenho com múltiplas threads.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0" y="1234440"/>
            <a:ext cx="4160520" cy="3246120"/>
          </a:xfrm>
          <a:prstGeom prst="roundRect">
            <a:avLst>
              <a:gd name="adj" fmla="val 394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52360" y="16459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auth_service/app.py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tracking_service/app.py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alert_service/app.py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simulator/gps_simulator.py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69480" y="48006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Tudo fica documentado no README e no roteiro do vídeo.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11247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Iago Neves Alves - RA 12524147860 | A3 Sistemas Distribuídos e Mobile |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</a:rPr>
              <a:t>Conclusão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A4A"/>
                </a:solidFill>
              </a:rPr>
              <a:t>O projeto reúne os principais conceitos da A3: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167128"/>
            <a:ext cx="1133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IoT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2103120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6312" y="2167128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MQTT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60520" y="210312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3672" y="2167128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Microsserviços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92240" y="2103120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2167128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MySQL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0" y="2103120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2167128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JWT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738360" y="210312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11512" y="2167128"/>
            <a:ext cx="1591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Desempenho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17320" y="3246120"/>
            <a:ext cx="93268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11827"/>
                </a:solidFill>
              </a:rPr>
              <a:t>A solução é escalável, segura e adequada para monitoramento em tempo real de frotas logísticas. Como evolução, pode receber dashboard web, mapas e deploy em nuvem.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251960" y="5166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2A4A"/>
                </a:solidFill>
              </a:rPr>
              <a:t>Obrigado!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47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Iago Neves Alves - RA 12524147860 | A3 Sistemas Distribuídos e Mobile |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UAM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Logística IoT - Rastreamento Inteligente de Frotas</dc:title>
  <dc:subject>A3 Sistemas Distribuídos e Mobile</dc:subject>
  <dc:creator>Iago Neves Alves</dc:creator>
  <cp:lastModifiedBy>Iago Neves Alves</cp:lastModifiedBy>
  <cp:revision>1</cp:revision>
  <dcterms:created xsi:type="dcterms:W3CDTF">2026-06-16T21:41:25Z</dcterms:created>
  <dcterms:modified xsi:type="dcterms:W3CDTF">2026-06-16T21:41:25Z</dcterms:modified>
</cp:coreProperties>
</file>